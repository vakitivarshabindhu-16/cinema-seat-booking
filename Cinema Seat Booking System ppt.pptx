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7" r:id="rId6"/>
    <p:sldId id="268" r:id="rId7"/>
    <p:sldId id="261" r:id="rId8"/>
    <p:sldId id="263" r:id="rId9"/>
    <p:sldId id="269" r:id="rId10"/>
    <p:sldId id="270" r:id="rId11"/>
    <p:sldId id="271" r:id="rId12"/>
    <p:sldId id="266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8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2214-3D2C-93BD-5AF9-F289301B8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A9B81-1C7B-DA1D-3321-076175C44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AD73C-DF8D-B636-C45C-FB07E65A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574C0-1992-82A4-40BE-2C363DCD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F5A3E-BF6A-7F37-7A36-EF74A650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724385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AFCD-B471-933B-252A-54CE2F9C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6D96B-6FE6-54D6-2C8C-404FAE4DD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317C8-9B92-458C-7872-B7D582FC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856F5-147E-9B4E-78EB-517E9D596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4B5B7-7DB5-177B-7C34-DFF4DCAB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149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8E87-B3EF-929B-2136-827288BA9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21715-5C88-D8F9-4749-AEA371969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E64D5-816D-84BB-E257-37E9617E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940CC-1F2D-EC5D-B5BF-FA3CC8AF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9972B-91EE-B587-EE08-95BE9E75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405522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28BD-1C77-6BF3-E3B4-A0716EB50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71352-D3D8-02AB-082C-8F50EFD3D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9A03A-AAB1-D403-F639-F0EDFBFB1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38FF8-FCC4-7E74-D979-0DFC9D9F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4BF4B-CD43-6371-0CE9-A730F1DD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2CD34-881B-0B0E-F836-FB6F3B32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176890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39AB-4EEB-F7B5-1942-22CA27D2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AA05A-E4A2-78D2-EE09-6B4FBEB53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95846-CF39-C205-7777-2FE1C1A21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D560F-59E5-B481-9D9E-EBF534518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AA73F-E516-4AD4-1AEC-8B78093C8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0B08DB-C673-1F54-D9B8-2E1F17B9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DBF91-FB99-5B92-F6F5-9A32FF64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D8B95-D0C7-9960-F065-A733963B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79864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BDDD-D745-785F-43AA-015348C4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B16EE-A47B-89A8-5EDD-FC6889C9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64676-C425-85AE-6F15-39F877F8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7D038-825E-8047-4D11-C687FD16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12792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61E1E-FAA7-F7A0-72FC-1D4D501C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328A0-2014-C617-F3FF-097B36D8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576B3-521B-41B5-ED7A-B1C29D4C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784106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3394-BFB2-CB2D-7388-A9151A69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94A2-139C-E74B-9A57-E889F1269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ADDD5-3BB9-4835-C8E6-C551DB7B6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9AF57-7BC0-8403-998B-0F04F8ED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2E3D1-11F5-E1D6-847C-18104ED7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7408A-B9BF-3D66-676F-AD44C208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968252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10A5-F3FD-D547-0404-7BC33F97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5825F-7512-44D2-66F5-96D20204E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8792C-C036-6680-90FE-D12147CDC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846BF-BD19-84D0-6339-E54DD655B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83248-75A1-BC3C-4E85-2D164F7E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D97D1-7124-6039-121F-50558C4C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405922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DF036-9F52-E579-BBBE-2C28523E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86C86-1620-AFDB-37E2-D08C4D226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D0555-97F6-7C37-861C-41760C77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94197-CA7E-F209-9745-FA72AE09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91B8-D74D-5536-DBE9-4DFAC081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443225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79D2C-36EF-747D-88B8-A37FDF3A4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57147-BCB8-78F3-C15B-744D93655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CBBE1-BAA3-1196-455C-38D87BC2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66195-AD7D-D718-2360-C8D483BF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75AB9-17DA-1C59-C168-FAAFACBC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100804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23EF1-DE87-E01F-1377-8186B925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AEA3D-5BAE-DC60-DA89-AF6CFD1EA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3B3D-B3F2-0C17-5128-01D3A0086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EEAC4-421C-45B2-BA7A-209D862BAF8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26ECF-B806-7568-2641-CA8A73DA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EE78C-9B01-EAF4-1002-1E299F615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E6E7E-EBC6-447C-B500-76D508F4F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0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270488-4E6A-4BB9-5382-DBAF99043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1176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7BE2FF-198C-4097-AABF-9546F72EE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0838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AFAC9-2D29-9A7E-B9D1-AD6477265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"/>
            <a:ext cx="12192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2550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E22D5-2553-F35A-0738-332E6F398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55959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05D86-55AB-6B51-CCEE-4608B8B43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00"/>
            <a:ext cx="12192000" cy="67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8506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083DE-5CD5-B502-E368-C53338FB9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00"/>
            <a:ext cx="12192000" cy="67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4030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3CC4E8-E871-009D-F392-893AF1933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9915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586083-95C7-46AE-4F7E-389A9C199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2275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11401A-8B1D-2D72-0ABB-41C954A2C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41464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38A4B5-FEDF-0C12-2596-3DDDED841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1768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11AAF-C40A-5952-FDD2-2AF9823D5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5868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65A4A-8B32-4D2C-67EA-60696FE2A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62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50963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3125A9-3DB6-9580-A6BC-AE4C3ED94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26" t="-391" r="10526" b="391"/>
          <a:stretch>
            <a:fillRect/>
          </a:stretch>
        </p:blipFill>
        <p:spPr>
          <a:xfrm>
            <a:off x="-1459833" y="-63216"/>
            <a:ext cx="13651833" cy="692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23520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vishnusaikumar14@outlook.com</dc:creator>
  <cp:lastModifiedBy>samalaruchitha6@outlook.com</cp:lastModifiedBy>
  <cp:revision>7</cp:revision>
  <dcterms:created xsi:type="dcterms:W3CDTF">2026-09-27T15:49:07Z</dcterms:created>
  <dcterms:modified xsi:type="dcterms:W3CDTF">2026-10-02T06:43:19Z</dcterms:modified>
</cp:coreProperties>
</file>