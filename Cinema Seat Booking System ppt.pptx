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02214-3D2C-93BD-5AF9-F289301B8A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CA9B81-1C7B-DA1D-3321-076175C444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7AD73C-DF8D-B636-C45C-FB07E65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574C0-1992-82A4-40BE-2C363DCDC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F5A3E-BF6A-7F37-7A36-EF74A650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724385"/>
      </p:ext>
    </p:extLst>
  </p:cSld>
  <p:clrMapOvr>
    <a:masterClrMapping/>
  </p:clrMapOvr>
  <p:transition spd="slow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DAFCD-B471-933B-252A-54CE2F9C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6D96B-6FE6-54D6-2C8C-404FAE4DD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317C8-9B92-458C-7872-B7D582FCD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856F5-147E-9B4E-78EB-517E9D596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4B5B7-7DB5-177B-7C34-DFF4DCABF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31493"/>
      </p:ext>
    </p:extLst>
  </p:cSld>
  <p:clrMapOvr>
    <a:masterClrMapping/>
  </p:clrMapOvr>
  <p:transition spd="slow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88E87-B3EF-929B-2136-827288BA9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21715-5C88-D8F9-4749-AEA3719690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E64D5-816D-84BB-E257-37E9617E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F940CC-1F2D-EC5D-B5BF-FA3CC8AF5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9972B-91EE-B587-EE08-95BE9E75F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405522"/>
      </p:ext>
    </p:extLst>
  </p:cSld>
  <p:clrMapOvr>
    <a:masterClrMapping/>
  </p:clrMapOvr>
  <p:transition spd="slow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F28BD-1C77-6BF3-E3B4-A0716EB50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71352-D3D8-02AB-082C-8F50EFD3D2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9A03A-AAB1-D403-F639-F0EDFBFB1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938FF8-FCC4-7E74-D979-0DFC9D9FA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24BF4B-CD43-6371-0CE9-A730F1DD5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2CD34-881B-0B0E-F836-FB6F3B320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7176890"/>
      </p:ext>
    </p:extLst>
  </p:cSld>
  <p:clrMapOvr>
    <a:masterClrMapping/>
  </p:clrMapOvr>
  <p:transition spd="slow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739AB-4EEB-F7B5-1942-22CA27D27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CAA05A-E4A2-78D2-EE09-6B4FBEB53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95846-CF39-C205-7777-2FE1C1A21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FD560F-59E5-B481-9D9E-EBF534518A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9AA73F-E516-4AD4-1AEC-8B78093C82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0B08DB-C673-1F54-D9B8-2E1F17B9F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1DBF91-FB99-5B92-F6F5-9A32FF640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ED8B95-D0C7-9960-F065-A733963B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79864"/>
      </p:ext>
    </p:extLst>
  </p:cSld>
  <p:clrMapOvr>
    <a:masterClrMapping/>
  </p:clrMapOvr>
  <p:transition spd="slow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3BDDD-D745-785F-43AA-015348C43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16EE-A47B-89A8-5EDD-FC6889C90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F64676-C425-85AE-6F15-39F877F89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D7D038-825E-8047-4D11-C687FD163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127922"/>
      </p:ext>
    </p:extLst>
  </p:cSld>
  <p:clrMapOvr>
    <a:masterClrMapping/>
  </p:clrMapOvr>
  <p:transition spd="slow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61E1E-FAA7-F7A0-72FC-1D4D501C2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328A0-2014-C617-F3FF-097B36D8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576B3-521B-41B5-ED7A-B1C29D4C6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7784106"/>
      </p:ext>
    </p:extLst>
  </p:cSld>
  <p:clrMapOvr>
    <a:masterClrMapping/>
  </p:clrMapOvr>
  <p:transition spd="slow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D3394-BFB2-CB2D-7388-A9151A693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694A2-139C-E74B-9A57-E889F1269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BADDD5-3BB9-4835-C8E6-C551DB7B6B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9AF57-7BC0-8403-998B-0F04F8EDE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72E3D1-11F5-E1D6-847C-18104ED79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07408A-B9BF-3D66-676F-AD44C2082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6968252"/>
      </p:ext>
    </p:extLst>
  </p:cSld>
  <p:clrMapOvr>
    <a:masterClrMapping/>
  </p:clrMapOvr>
  <p:transition spd="slow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010A5-F3FD-D547-0404-7BC33F978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95825F-7512-44D2-66F5-96D20204EE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8792C-C036-6680-90FE-D12147CDC9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7846BF-BD19-84D0-6339-E54DD655B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283248-75A1-BC3C-4E85-2D164F7E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D97D1-7124-6039-121F-50558C4C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2405922"/>
      </p:ext>
    </p:extLst>
  </p:cSld>
  <p:clrMapOvr>
    <a:masterClrMapping/>
  </p:clrMapOvr>
  <p:transition spd="slow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DF036-9F52-E579-BBBE-2C28523E1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86C86-1620-AFDB-37E2-D08C4D226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D0555-97F6-7C37-861C-41760C771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94197-CA7E-F209-9745-FA72AE097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891B8-D74D-5536-DBE9-4DFAC0813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443225"/>
      </p:ext>
    </p:extLst>
  </p:cSld>
  <p:clrMapOvr>
    <a:masterClrMapping/>
  </p:clrMapOvr>
  <p:transition spd="slow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D79D2C-36EF-747D-88B8-A37FDF3A4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057147-BCB8-78F3-C15B-744D936550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CBBE1-BAA3-1196-455C-38D87BC2F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66195-AD7D-D718-2360-C8D483BFE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75AB9-17DA-1C59-C168-FAAFACBCF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7100804"/>
      </p:ext>
    </p:extLst>
  </p:cSld>
  <p:clrMapOvr>
    <a:masterClrMapping/>
  </p:clrMapOvr>
  <p:transition spd="slow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223EF1-DE87-E01F-1377-8186B925A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AEA3D-5BAE-DC60-DA89-AF6CFD1EA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B13B3D-B3F2-0C17-5128-01D3A0086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EAC4-421C-45B2-BA7A-209D862BAF8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26ECF-B806-7568-2641-CA8A73DAB0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EE78C-9B01-EAF4-1002-1E299F615A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3301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270488-4E6A-4BB9-5382-DBAF9904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11767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7BE2FF-198C-4097-AABF-9546F72EE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508386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DAFAC9-2D29-9A7E-B9D1-AD64772654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7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925506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DE22D5-2553-F35A-0738-332E6F398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755959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3CC4E8-E871-009D-F392-893AF1933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699156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C0C2F9-06EA-8FC2-F761-C35F64FF07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434157"/>
      </p:ext>
    </p:extLst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586083-95C7-46AE-4F7E-389A9C1991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022753"/>
      </p:ext>
    </p:extLst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0A20CC-4CC5-4340-E6F6-2901CD8478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948653"/>
      </p:ext>
    </p:extLst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A50F2-6E0D-4D40-D2A4-4DD00A893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703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081727"/>
      </p:ext>
    </p:extLst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65A4A-8B32-4D2C-67EA-60696FE2A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76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75096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vishnusaikumar14@outlook.com</dc:creator>
  <cp:lastModifiedBy>samalaruchitha6@outlook.com</cp:lastModifiedBy>
  <cp:revision>4</cp:revision>
  <dcterms:created xsi:type="dcterms:W3CDTF">2026-09-27T15:49:07Z</dcterms:created>
  <dcterms:modified xsi:type="dcterms:W3CDTF">2026-09-30T04:20:56Z</dcterms:modified>
</cp:coreProperties>
</file>