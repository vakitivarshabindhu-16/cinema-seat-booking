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7" r:id="rId6"/>
    <p:sldId id="268" r:id="rId7"/>
    <p:sldId id="261" r:id="rId8"/>
    <p:sldId id="263" r:id="rId9"/>
    <p:sldId id="269" r:id="rId10"/>
    <p:sldId id="270" r:id="rId11"/>
    <p:sldId id="271" r:id="rId12"/>
    <p:sldId id="266" r:id="rId13"/>
    <p:sldId id="272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indhureddyvakiti@outlook.com" userId="1860da9873e06034" providerId="LiveId" clId="{168B31F7-ADFD-477A-BEBD-1C6A18AFC390}"/>
    <pc:docChg chg="custSel modSld">
      <pc:chgData name="bindhureddyvakiti@outlook.com" userId="1860da9873e06034" providerId="LiveId" clId="{168B31F7-ADFD-477A-BEBD-1C6A18AFC390}" dt="2026-10-02T07:09:57.165" v="4" actId="1076"/>
      <pc:docMkLst>
        <pc:docMk/>
      </pc:docMkLst>
      <pc:sldChg chg="addSp delSp modSp mod">
        <pc:chgData name="bindhureddyvakiti@outlook.com" userId="1860da9873e06034" providerId="LiveId" clId="{168B31F7-ADFD-477A-BEBD-1C6A18AFC390}" dt="2026-10-02T07:09:57.165" v="4" actId="1076"/>
        <pc:sldMkLst>
          <pc:docMk/>
          <pc:sldMk cId="1107811767" sldId="257"/>
        </pc:sldMkLst>
        <pc:picChg chg="add mod">
          <ac:chgData name="bindhureddyvakiti@outlook.com" userId="1860da9873e06034" providerId="LiveId" clId="{168B31F7-ADFD-477A-BEBD-1C6A18AFC390}" dt="2026-10-02T07:09:57.165" v="4" actId="1076"/>
          <ac:picMkLst>
            <pc:docMk/>
            <pc:sldMk cId="1107811767" sldId="257"/>
            <ac:picMk id="3" creationId="{534F8B21-436D-DC77-2033-545310E56088}"/>
          </ac:picMkLst>
        </pc:picChg>
        <pc:picChg chg="del">
          <ac:chgData name="bindhureddyvakiti@outlook.com" userId="1860da9873e06034" providerId="LiveId" clId="{168B31F7-ADFD-477A-BEBD-1C6A18AFC390}" dt="2026-10-02T07:09:20.852" v="0" actId="478"/>
          <ac:picMkLst>
            <pc:docMk/>
            <pc:sldMk cId="1107811767" sldId="257"/>
            <ac:picMk id="6" creationId="{B8270488-4E6A-4BB9-5382-DBAF9904334B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02214-3D2C-93BD-5AF9-F289301B8A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CA9B81-1C7B-DA1D-3321-076175C444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7AD73C-DF8D-B636-C45C-FB07E65A1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EAC4-421C-45B2-BA7A-209D862BAF85}" type="datetimeFigureOut">
              <a:rPr lang="en-IN" smtClean="0"/>
              <a:t>02-10-2026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0574C0-1992-82A4-40BE-2C363DCDC4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DF5A3E-BF6A-7F37-7A36-EF74A650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E6E7E-EBC6-447C-B500-76D508F4F5E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9724385"/>
      </p:ext>
    </p:extLst>
  </p:cSld>
  <p:clrMapOvr>
    <a:masterClrMapping/>
  </p:clrMapOvr>
  <p:transition spd="slow"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DAFCD-B471-933B-252A-54CE2F9CD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06D96B-6FE6-54D6-2C8C-404FAE4DD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3317C8-9B92-458C-7872-B7D582FCD4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EAC4-421C-45B2-BA7A-209D862BAF85}" type="datetimeFigureOut">
              <a:rPr lang="en-IN" smtClean="0"/>
              <a:t>02-10-2026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2856F5-147E-9B4E-78EB-517E9D596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14B5B7-7DB5-177B-7C34-DFF4DCABF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E6E7E-EBC6-447C-B500-76D508F4F5E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731493"/>
      </p:ext>
    </p:extLst>
  </p:cSld>
  <p:clrMapOvr>
    <a:masterClrMapping/>
  </p:clrMapOvr>
  <p:transition spd="slow"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88E87-B3EF-929B-2136-827288BA9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721715-5C88-D8F9-4749-AEA3719690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2E64D5-816D-84BB-E257-37E9617E0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EAC4-421C-45B2-BA7A-209D862BAF85}" type="datetimeFigureOut">
              <a:rPr lang="en-IN" smtClean="0"/>
              <a:t>02-10-2026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F940CC-1F2D-EC5D-B5BF-FA3CC8AF5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89972B-91EE-B587-EE08-95BE9E75F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E6E7E-EBC6-447C-B500-76D508F4F5E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8405522"/>
      </p:ext>
    </p:extLst>
  </p:cSld>
  <p:clrMapOvr>
    <a:masterClrMapping/>
  </p:clrMapOvr>
  <p:transition spd="slow"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F28BD-1C77-6BF3-E3B4-A0716EB50C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C71352-D3D8-02AB-082C-8F50EFD3D2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39A03A-AAB1-D403-F639-F0EDFBFB11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938FF8-FCC4-7E74-D979-0DFC9D9FA4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EAC4-421C-45B2-BA7A-209D862BAF85}" type="datetimeFigureOut">
              <a:rPr lang="en-IN" smtClean="0"/>
              <a:t>02-10-2026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24BF4B-CD43-6371-0CE9-A730F1DD5C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12CD34-881B-0B0E-F836-FB6F3B320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E6E7E-EBC6-447C-B500-76D508F4F5E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7176890"/>
      </p:ext>
    </p:extLst>
  </p:cSld>
  <p:clrMapOvr>
    <a:masterClrMapping/>
  </p:clrMapOvr>
  <p:transition spd="slow"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739AB-4EEB-F7B5-1942-22CA27D27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CAA05A-E4A2-78D2-EE09-6B4FBEB536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D95846-CF39-C205-7777-2FE1C1A21E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FD560F-59E5-B481-9D9E-EBF534518A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9AA73F-E516-4AD4-1AEC-8B78093C82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20B08DB-C673-1F54-D9B8-2E1F17B9F9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EAC4-421C-45B2-BA7A-209D862BAF85}" type="datetimeFigureOut">
              <a:rPr lang="en-IN" smtClean="0"/>
              <a:t>02-10-2026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1DBF91-FB99-5B92-F6F5-9A32FF640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2ED8B95-D0C7-9960-F065-A733963BD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E6E7E-EBC6-447C-B500-76D508F4F5E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3979864"/>
      </p:ext>
    </p:extLst>
  </p:cSld>
  <p:clrMapOvr>
    <a:masterClrMapping/>
  </p:clrMapOvr>
  <p:transition spd="slow"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3BDDD-D745-785F-43AA-015348C43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AB16EE-A47B-89A8-5EDD-FC6889C90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EAC4-421C-45B2-BA7A-209D862BAF85}" type="datetimeFigureOut">
              <a:rPr lang="en-IN" smtClean="0"/>
              <a:t>02-10-2026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F64676-C425-85AE-6F15-39F877F89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D7D038-825E-8047-4D11-C687FD163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E6E7E-EBC6-447C-B500-76D508F4F5E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64127922"/>
      </p:ext>
    </p:extLst>
  </p:cSld>
  <p:clrMapOvr>
    <a:masterClrMapping/>
  </p:clrMapOvr>
  <p:transition spd="slow"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161E1E-FAA7-F7A0-72FC-1D4D501C2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EAC4-421C-45B2-BA7A-209D862BAF85}" type="datetimeFigureOut">
              <a:rPr lang="en-IN" smtClean="0"/>
              <a:t>02-10-2026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D328A0-2014-C617-F3FF-097B36D8E5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B576B3-521B-41B5-ED7A-B1C29D4C6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E6E7E-EBC6-447C-B500-76D508F4F5E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97784106"/>
      </p:ext>
    </p:extLst>
  </p:cSld>
  <p:clrMapOvr>
    <a:masterClrMapping/>
  </p:clrMapOvr>
  <p:transition spd="slow"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D3394-BFB2-CB2D-7388-A9151A693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6694A2-139C-E74B-9A57-E889F1269C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BADDD5-3BB9-4835-C8E6-C551DB7B6B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59AF57-7BC0-8403-998B-0F04F8EDEE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EAC4-421C-45B2-BA7A-209D862BAF85}" type="datetimeFigureOut">
              <a:rPr lang="en-IN" smtClean="0"/>
              <a:t>02-10-2026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72E3D1-11F5-E1D6-847C-18104ED793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07408A-B9BF-3D66-676F-AD44C2082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E6E7E-EBC6-447C-B500-76D508F4F5E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6968252"/>
      </p:ext>
    </p:extLst>
  </p:cSld>
  <p:clrMapOvr>
    <a:masterClrMapping/>
  </p:clrMapOvr>
  <p:transition spd="slow"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010A5-F3FD-D547-0404-7BC33F9785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195825F-7512-44D2-66F5-96D20204EE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58792C-C036-6680-90FE-D12147CDC9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7846BF-BD19-84D0-6339-E54DD655B3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EAC4-421C-45B2-BA7A-209D862BAF85}" type="datetimeFigureOut">
              <a:rPr lang="en-IN" smtClean="0"/>
              <a:t>02-10-2026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283248-75A1-BC3C-4E85-2D164F7E19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8D97D1-7124-6039-121F-50558C4C9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E6E7E-EBC6-447C-B500-76D508F4F5E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22405922"/>
      </p:ext>
    </p:extLst>
  </p:cSld>
  <p:clrMapOvr>
    <a:masterClrMapping/>
  </p:clrMapOvr>
  <p:transition spd="slow"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DF036-9F52-E579-BBBE-2C28523E1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986C86-1620-AFDB-37E2-D08C4D2264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FD0555-97F6-7C37-861C-41760C771A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EAC4-421C-45B2-BA7A-209D862BAF85}" type="datetimeFigureOut">
              <a:rPr lang="en-IN" smtClean="0"/>
              <a:t>02-10-2026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694197-CA7E-F209-9745-FA72AE097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E891B8-D74D-5536-DBE9-4DFAC0813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E6E7E-EBC6-447C-B500-76D508F4F5E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80443225"/>
      </p:ext>
    </p:extLst>
  </p:cSld>
  <p:clrMapOvr>
    <a:masterClrMapping/>
  </p:clrMapOvr>
  <p:transition spd="slow"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DD79D2C-36EF-747D-88B8-A37FDF3A4B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057147-BCB8-78F3-C15B-744D936550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CBBE1-BAA3-1196-455C-38D87BC2F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EAC4-421C-45B2-BA7A-209D862BAF85}" type="datetimeFigureOut">
              <a:rPr lang="en-IN" smtClean="0"/>
              <a:t>02-10-2026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366195-AD7D-D718-2360-C8D483BFE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675AB9-17DA-1C59-C168-FAAFACBCF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E6E7E-EBC6-447C-B500-76D508F4F5E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7100804"/>
      </p:ext>
    </p:extLst>
  </p:cSld>
  <p:clrMapOvr>
    <a:masterClrMapping/>
  </p:clrMapOvr>
  <p:transition spd="slow"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2223EF1-DE87-E01F-1377-8186B925A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8AEA3D-5BAE-DC60-DA89-AF6CFD1EA1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B13B3D-B3F2-0C17-5128-01D3A0086BE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6EEAC4-421C-45B2-BA7A-209D862BAF85}" type="datetimeFigureOut">
              <a:rPr lang="en-IN" smtClean="0"/>
              <a:t>02-10-2026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026ECF-B806-7568-2641-CA8A73DAB0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CEE78C-9B01-EAF4-1002-1E299F615A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FE6E7E-EBC6-447C-B500-76D508F4F5E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133010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fade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34F8B21-436D-DC77-2033-545310E560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706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811767"/>
      </p:ext>
    </p:extLst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07BE2FF-198C-4097-AABF-9546F72EE6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0508386"/>
      </p:ext>
    </p:extLst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ADAFAC9-2D29-9A7E-B9D1-AD64772654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287"/>
            <a:ext cx="12192000" cy="6829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5925506"/>
      </p:ext>
    </p:extLst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8DE22D5-2553-F35A-0738-332E6F398E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3755959"/>
      </p:ext>
    </p:extLst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8305D86-55AB-6B51-CCEE-4608B8B43F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900"/>
            <a:ext cx="12192000" cy="678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0685064"/>
      </p:ext>
    </p:extLst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C7083DE-5CD5-B502-E368-C53338FB99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900"/>
            <a:ext cx="12192000" cy="678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440302"/>
      </p:ext>
    </p:extLst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03CC4E8-E871-009D-F392-893AF19333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4699156"/>
      </p:ext>
    </p:extLst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6586083-95C7-46AE-4F7E-389A9C1991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2022753"/>
      </p:ext>
    </p:extLst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11401A-8B1D-2D72-0ABB-41C954A2C0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8741464"/>
      </p:ext>
    </p:extLst>
  </p:cSld>
  <p:clrMapOvr>
    <a:masterClrMapping/>
  </p:clrMapOvr>
  <p:transition spd="slow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E38A4B5-FEDF-0C12-2596-3DDDED841B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4817683"/>
      </p:ext>
    </p:extLst>
  </p:cSld>
  <p:clrMapOvr>
    <a:masterClrMapping/>
  </p:clrMapOvr>
  <p:transition spd="slow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D11AAF-C40A-5952-FDD2-2AF9823D57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258686"/>
      </p:ext>
    </p:extLst>
  </p:cSld>
  <p:clrMapOvr>
    <a:masterClrMapping/>
  </p:clrMapOvr>
  <p:transition spd="slow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165A4A-8B32-4D2C-67EA-60696FE2A5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7628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8750963"/>
      </p:ext>
    </p:extLst>
  </p:cSld>
  <p:clrMapOvr>
    <a:masterClrMapping/>
  </p:clrMapOvr>
  <p:transition spd="slow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C3125A9-3DB6-9580-A6BC-AE4C3ED949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0526" t="-391" r="10526" b="391"/>
          <a:stretch>
            <a:fillRect/>
          </a:stretch>
        </p:blipFill>
        <p:spPr>
          <a:xfrm>
            <a:off x="-1459833" y="-63216"/>
            <a:ext cx="13651833" cy="6921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123520"/>
      </p:ext>
    </p:extLst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</TotalTime>
  <Words>0</Words>
  <Application>Microsoft Office PowerPoint</Application>
  <PresentationFormat>Widescreen</PresentationFormat>
  <Paragraphs>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vishnusaikumar14@outlook.com</dc:creator>
  <cp:lastModifiedBy>bindhureddyvakiti@outlook.com</cp:lastModifiedBy>
  <cp:revision>7</cp:revision>
  <dcterms:created xsi:type="dcterms:W3CDTF">2026-09-27T15:49:07Z</dcterms:created>
  <dcterms:modified xsi:type="dcterms:W3CDTF">2026-10-02T07:09:58Z</dcterms:modified>
</cp:coreProperties>
</file>