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0" r:id="rId10"/>
    <p:sldId id="274" r:id="rId11"/>
    <p:sldId id="275" r:id="rId12"/>
    <p:sldId id="276" r:id="rId13"/>
    <p:sldId id="277" r:id="rId14"/>
    <p:sldId id="278" r:id="rId15"/>
    <p:sldId id="279" r:id="rId16"/>
    <p:sldId id="271" r:id="rId17"/>
    <p:sldId id="266" r:id="rId18"/>
    <p:sldId id="267" r:id="rId19"/>
    <p:sldId id="280" r:id="rId25"/>
    <p:sldId id="273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53" autoAdjust="0"/>
    <p:restoredTop sz="94660"/>
  </p:normalViewPr>
  <p:slideViewPr>
    <p:cSldViewPr snapToGrid="0" snapToObjects="1">
      <p:cViewPr varScale="1">
        <p:scale>
          <a:sx n="117" d="100"/>
          <a:sy n="117" d="100"/>
        </p:scale>
        <p:origin x="276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438912"/>
            <a:ext cx="118872" cy="438912"/>
          </a:xfrm>
          <a:prstGeom prst="roundRect">
            <a:avLst/>
          </a:prstGeom>
          <a:solidFill>
            <a:srgbClr val="F7C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7C250"/>
                </a:solidFill>
                <a:latin typeface="Aptos Display"/>
              </a:defRPr>
            </a:pPr>
            <a:r>
              <a:t>CINEMA SEAT BOOKING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 Display"/>
              </a:defRPr>
            </a:pPr>
            <a:r>
              <a:t>CO1 • JAVA FUNDAMENTALS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71907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BAC7DB"/>
                </a:solidFill>
                <a:latin typeface="Aptos Display"/>
              </a:defRPr>
            </a:pPr>
            <a:r>
              <a:t>Variables, Data Types &amp; Operators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377440"/>
            <a:ext cx="10835640" cy="969264"/>
          </a:xfrm>
          <a:prstGeom prst="roundRect">
            <a:avLst/>
          </a:prstGeom>
          <a:solidFill>
            <a:srgbClr val="1B2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50392" y="2560320"/>
            <a:ext cx="64008" cy="576072"/>
          </a:xfrm>
          <a:prstGeom prst="rect">
            <a:avLst/>
          </a:prstGeom>
          <a:solidFill>
            <a:srgbClr val="F7C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33856" y="2487168"/>
            <a:ext cx="28346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7C250"/>
                </a:solidFill>
                <a:latin typeface="Aptos Display"/>
              </a:defRPr>
            </a:pPr>
            <a:r>
              <a:t>Variables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2496312"/>
            <a:ext cx="740664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1F5FA"/>
                </a:solidFill>
                <a:latin typeface="Aptos Display"/>
              </a:defRPr>
            </a:pPr>
            <a:r>
              <a:t>Store seat number, movie name and ticket cost.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538728"/>
            <a:ext cx="10835640" cy="969264"/>
          </a:xfrm>
          <a:prstGeom prst="roundRect">
            <a:avLst/>
          </a:prstGeom>
          <a:solidFill>
            <a:srgbClr val="1B2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50392" y="3721608"/>
            <a:ext cx="64008" cy="576072"/>
          </a:xfrm>
          <a:prstGeom prst="rect">
            <a:avLst/>
          </a:prstGeom>
          <a:solidFill>
            <a:srgbClr val="F7C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33856" y="3648456"/>
            <a:ext cx="28346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7C250"/>
                </a:solidFill>
                <a:latin typeface="Aptos Display"/>
              </a:defRPr>
            </a:pPr>
            <a:r>
              <a:t>Data Types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3657600"/>
            <a:ext cx="740664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1F5FA"/>
                </a:solidFill>
                <a:latin typeface="Aptos Display"/>
              </a:defRPr>
            </a:pPr>
            <a:r>
              <a:t>Use int for seat numbers, String for movie names, boolean for booking status.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700016"/>
            <a:ext cx="10835640" cy="969264"/>
          </a:xfrm>
          <a:prstGeom prst="roundRect">
            <a:avLst/>
          </a:prstGeom>
          <a:solidFill>
            <a:srgbClr val="1B2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50392" y="4882896"/>
            <a:ext cx="64008" cy="576072"/>
          </a:xfrm>
          <a:prstGeom prst="rect">
            <a:avLst/>
          </a:prstGeom>
          <a:solidFill>
            <a:srgbClr val="F7C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33856" y="4809744"/>
            <a:ext cx="28346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7C250"/>
                </a:solidFill>
                <a:latin typeface="Aptos Display"/>
              </a:defRPr>
            </a:pPr>
            <a:r>
              <a:t>Operators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4818888"/>
            <a:ext cx="740664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1F5FA"/>
                </a:solidFill>
                <a:latin typeface="Aptos Display"/>
              </a:defRPr>
            </a:pPr>
            <a:r>
              <a:t>Use + to calculate total price and == to compare values.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373368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A3B0C7"/>
                </a:solidFill>
                <a:latin typeface="Aptos Display"/>
              </a:defRPr>
            </a:pPr>
            <a:r>
              <a:t>JAVA MINI PROJECT  •  CINEMA BOOKING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438912"/>
            <a:ext cx="118872" cy="438912"/>
          </a:xfrm>
          <a:prstGeom prst="roundRect">
            <a:avLst/>
          </a:prstGeom>
          <a:solidFill>
            <a:srgbClr val="F7C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7C250"/>
                </a:solidFill>
                <a:latin typeface="Aptos Display"/>
              </a:defRPr>
            </a:pPr>
            <a:r>
              <a:t>CINEMA SEAT BOOKING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 Display"/>
              </a:defRPr>
            </a:pPr>
            <a:r>
              <a:t>CO2 • DECISION MAKING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71907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BAC7DB"/>
                </a:solidFill>
                <a:latin typeface="Aptos Display"/>
              </a:defRPr>
            </a:pPr>
            <a:r>
              <a:t>Conditions &amp; Loops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377440"/>
            <a:ext cx="10835640" cy="969264"/>
          </a:xfrm>
          <a:prstGeom prst="roundRect">
            <a:avLst/>
          </a:prstGeom>
          <a:solidFill>
            <a:srgbClr val="1B2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50392" y="2560320"/>
            <a:ext cx="64008" cy="576072"/>
          </a:xfrm>
          <a:prstGeom prst="rect">
            <a:avLst/>
          </a:prstGeom>
          <a:solidFill>
            <a:srgbClr val="F7C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33856" y="2487168"/>
            <a:ext cx="28346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7C250"/>
                </a:solidFill>
                <a:latin typeface="Aptos Display"/>
              </a:defRPr>
            </a:pPr>
            <a:r>
              <a:t>if / else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2496312"/>
            <a:ext cx="740664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1F5FA"/>
                </a:solidFill>
                <a:latin typeface="Aptos Display"/>
              </a:defRPr>
            </a:pPr>
            <a:r>
              <a:t>Check whether the selected seat is available.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538728"/>
            <a:ext cx="10835640" cy="969264"/>
          </a:xfrm>
          <a:prstGeom prst="roundRect">
            <a:avLst/>
          </a:prstGeom>
          <a:solidFill>
            <a:srgbClr val="1B2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50392" y="3721608"/>
            <a:ext cx="64008" cy="576072"/>
          </a:xfrm>
          <a:prstGeom prst="rect">
            <a:avLst/>
          </a:prstGeom>
          <a:solidFill>
            <a:srgbClr val="F7C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33856" y="3648456"/>
            <a:ext cx="28346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7C250"/>
                </a:solidFill>
                <a:latin typeface="Aptos Display"/>
              </a:defRPr>
            </a:pPr>
            <a:r>
              <a:t>switch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3657600"/>
            <a:ext cx="740664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1F5FA"/>
                </a:solidFill>
                <a:latin typeface="Aptos Display"/>
              </a:defRPr>
            </a:pPr>
            <a:r>
              <a:t>Choose menu options such as View, Book and Exit.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700016"/>
            <a:ext cx="10835640" cy="969264"/>
          </a:xfrm>
          <a:prstGeom prst="roundRect">
            <a:avLst/>
          </a:prstGeom>
          <a:solidFill>
            <a:srgbClr val="1B2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50392" y="4882896"/>
            <a:ext cx="64008" cy="576072"/>
          </a:xfrm>
          <a:prstGeom prst="rect">
            <a:avLst/>
          </a:prstGeom>
          <a:solidFill>
            <a:srgbClr val="F7C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33856" y="4809744"/>
            <a:ext cx="28346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7C250"/>
                </a:solidFill>
                <a:latin typeface="Aptos Display"/>
              </a:defRPr>
            </a:pPr>
            <a:r>
              <a:t>for / while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4818888"/>
            <a:ext cx="740664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1F5FA"/>
                </a:solidFill>
                <a:latin typeface="Aptos Display"/>
              </a:defRPr>
            </a:pPr>
            <a:r>
              <a:t>Display seats and allow repeated bookings.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373368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A3B0C7"/>
                </a:solidFill>
                <a:latin typeface="Aptos Display"/>
              </a:defRPr>
            </a:pPr>
            <a:r>
              <a:t>JAVA MINI PROJECT  •  CINEMA BOOKING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438912"/>
            <a:ext cx="118872" cy="438912"/>
          </a:xfrm>
          <a:prstGeom prst="roundRect">
            <a:avLst/>
          </a:prstGeom>
          <a:solidFill>
            <a:srgbClr val="F7C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7C250"/>
                </a:solidFill>
                <a:latin typeface="Aptos Display"/>
              </a:defRPr>
            </a:pPr>
            <a:r>
              <a:t>CINEMA SEAT BOOKING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 Display"/>
              </a:defRPr>
            </a:pPr>
            <a:r>
              <a:t>CO3 • METHODS &amp; ARRAYS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71907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BAC7DB"/>
                </a:solidFill>
                <a:latin typeface="Aptos Display"/>
              </a:defRPr>
            </a:pPr>
            <a:r>
              <a:t>Organising Seats and Reusing Code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377440"/>
            <a:ext cx="10835640" cy="969264"/>
          </a:xfrm>
          <a:prstGeom prst="roundRect">
            <a:avLst/>
          </a:prstGeom>
          <a:solidFill>
            <a:srgbClr val="1B2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50392" y="2560320"/>
            <a:ext cx="64008" cy="576072"/>
          </a:xfrm>
          <a:prstGeom prst="rect">
            <a:avLst/>
          </a:prstGeom>
          <a:solidFill>
            <a:srgbClr val="F7C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33856" y="2487168"/>
            <a:ext cx="28346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7C250"/>
                </a:solidFill>
                <a:latin typeface="Aptos Display"/>
              </a:defRPr>
            </a:pPr>
            <a:r>
              <a:t>Arrays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2496312"/>
            <a:ext cx="740664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1F5FA"/>
                </a:solidFill>
                <a:latin typeface="Aptos Display"/>
              </a:defRPr>
            </a:pPr>
            <a:r>
              <a:t>Store seat availability in an array.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538728"/>
            <a:ext cx="10835640" cy="969264"/>
          </a:xfrm>
          <a:prstGeom prst="roundRect">
            <a:avLst/>
          </a:prstGeom>
          <a:solidFill>
            <a:srgbClr val="1B2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50392" y="3721608"/>
            <a:ext cx="64008" cy="576072"/>
          </a:xfrm>
          <a:prstGeom prst="rect">
            <a:avLst/>
          </a:prstGeom>
          <a:solidFill>
            <a:srgbClr val="F7C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33856" y="3648456"/>
            <a:ext cx="28346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7C250"/>
                </a:solidFill>
                <a:latin typeface="Aptos Display"/>
              </a:defRPr>
            </a:pPr>
            <a:r>
              <a:t>Methods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3657600"/>
            <a:ext cx="740664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1F5FA"/>
                </a:solidFill>
                <a:latin typeface="Aptos Display"/>
              </a:defRPr>
            </a:pPr>
            <a:r>
              <a:t>Create displaySeats() and bookSeat() functions.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700016"/>
            <a:ext cx="10835640" cy="969264"/>
          </a:xfrm>
          <a:prstGeom prst="roundRect">
            <a:avLst/>
          </a:prstGeom>
          <a:solidFill>
            <a:srgbClr val="1B2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50392" y="4882896"/>
            <a:ext cx="64008" cy="576072"/>
          </a:xfrm>
          <a:prstGeom prst="rect">
            <a:avLst/>
          </a:prstGeom>
          <a:solidFill>
            <a:srgbClr val="F7C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33856" y="4809744"/>
            <a:ext cx="28346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7C250"/>
                </a:solidFill>
                <a:latin typeface="Aptos Display"/>
              </a:defRPr>
            </a:pPr>
            <a:r>
              <a:t>Parameters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4818888"/>
            <a:ext cx="740664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1F5FA"/>
                </a:solidFill>
                <a:latin typeface="Aptos Display"/>
              </a:defRPr>
            </a:pPr>
            <a:r>
              <a:t>Pass the selected seat number into a method.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373368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A3B0C7"/>
                </a:solidFill>
                <a:latin typeface="Aptos Display"/>
              </a:defRPr>
            </a:pPr>
            <a:r>
              <a:t>JAVA MINI PROJECT  •  CINEMA BOOKING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438912"/>
            <a:ext cx="118872" cy="438912"/>
          </a:xfrm>
          <a:prstGeom prst="roundRect">
            <a:avLst/>
          </a:prstGeom>
          <a:solidFill>
            <a:srgbClr val="F7C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7C250"/>
                </a:solidFill>
                <a:latin typeface="Aptos Display"/>
              </a:defRPr>
            </a:pPr>
            <a:r>
              <a:t>CINEMA SEAT BOOKING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 Display"/>
              </a:defRPr>
            </a:pPr>
            <a:r>
              <a:t>CO4 • OBJECT-ORIENTED JAVA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71907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BAC7DB"/>
                </a:solidFill>
                <a:latin typeface="Aptos Display"/>
              </a:defRPr>
            </a:pPr>
            <a:r>
              <a:t>Classes, Objects &amp; Constructors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377440"/>
            <a:ext cx="10835640" cy="969264"/>
          </a:xfrm>
          <a:prstGeom prst="roundRect">
            <a:avLst/>
          </a:prstGeom>
          <a:solidFill>
            <a:srgbClr val="1B2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50392" y="2560320"/>
            <a:ext cx="64008" cy="576072"/>
          </a:xfrm>
          <a:prstGeom prst="rect">
            <a:avLst/>
          </a:prstGeom>
          <a:solidFill>
            <a:srgbClr val="F7C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33856" y="2487168"/>
            <a:ext cx="28346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7C250"/>
                </a:solidFill>
                <a:latin typeface="Aptos Display"/>
              </a:defRPr>
            </a:pPr>
            <a:r>
              <a:t>Class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2496312"/>
            <a:ext cx="740664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1F5FA"/>
                </a:solidFill>
                <a:latin typeface="Aptos Display"/>
              </a:defRPr>
            </a:pPr>
            <a:r>
              <a:t>A CinemaBooking class groups data and actions.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538728"/>
            <a:ext cx="10835640" cy="969264"/>
          </a:xfrm>
          <a:prstGeom prst="roundRect">
            <a:avLst/>
          </a:prstGeom>
          <a:solidFill>
            <a:srgbClr val="1B2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50392" y="3721608"/>
            <a:ext cx="64008" cy="576072"/>
          </a:xfrm>
          <a:prstGeom prst="rect">
            <a:avLst/>
          </a:prstGeom>
          <a:solidFill>
            <a:srgbClr val="F7C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33856" y="3648456"/>
            <a:ext cx="28346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7C250"/>
                </a:solidFill>
                <a:latin typeface="Aptos Display"/>
              </a:defRPr>
            </a:pPr>
            <a:r>
              <a:t>Object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3657600"/>
            <a:ext cx="740664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1F5FA"/>
                </a:solidFill>
                <a:latin typeface="Aptos Display"/>
              </a:defRPr>
            </a:pPr>
            <a:r>
              <a:t>A booking object can manage seats for a show.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700016"/>
            <a:ext cx="10835640" cy="969264"/>
          </a:xfrm>
          <a:prstGeom prst="roundRect">
            <a:avLst/>
          </a:prstGeom>
          <a:solidFill>
            <a:srgbClr val="1B2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50392" y="4882896"/>
            <a:ext cx="64008" cy="576072"/>
          </a:xfrm>
          <a:prstGeom prst="rect">
            <a:avLst/>
          </a:prstGeom>
          <a:solidFill>
            <a:srgbClr val="F7C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33856" y="4809744"/>
            <a:ext cx="28346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7C250"/>
                </a:solidFill>
                <a:latin typeface="Aptos Display"/>
              </a:defRPr>
            </a:pPr>
            <a:r>
              <a:t>Constructor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4818888"/>
            <a:ext cx="740664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1F5FA"/>
                </a:solidFill>
                <a:latin typeface="Aptos Display"/>
              </a:defRPr>
            </a:pPr>
            <a:r>
              <a:t>Set up initial seat availability when the object is created.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373368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A3B0C7"/>
                </a:solidFill>
                <a:latin typeface="Aptos Display"/>
              </a:defRPr>
            </a:pPr>
            <a:r>
              <a:t>JAVA MINI PROJECT  •  CINEMA BOOKING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438912"/>
            <a:ext cx="118872" cy="438912"/>
          </a:xfrm>
          <a:prstGeom prst="roundRect">
            <a:avLst/>
          </a:prstGeom>
          <a:solidFill>
            <a:srgbClr val="F7C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7C250"/>
                </a:solidFill>
                <a:latin typeface="Aptos Display"/>
              </a:defRPr>
            </a:pPr>
            <a:r>
              <a:t>CINEMA SEAT BOOKING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 Display"/>
              </a:defRPr>
            </a:pPr>
            <a:r>
              <a:t>CO5 • STRINGS &amp; INPUT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71907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BAC7DB"/>
                </a:solidFill>
                <a:latin typeface="Aptos Display"/>
              </a:defRPr>
            </a:pPr>
            <a:r>
              <a:t>Customer Choices and Validation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377440"/>
            <a:ext cx="10835640" cy="969264"/>
          </a:xfrm>
          <a:prstGeom prst="roundRect">
            <a:avLst/>
          </a:prstGeom>
          <a:solidFill>
            <a:srgbClr val="1B2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50392" y="2560320"/>
            <a:ext cx="64008" cy="576072"/>
          </a:xfrm>
          <a:prstGeom prst="rect">
            <a:avLst/>
          </a:prstGeom>
          <a:solidFill>
            <a:srgbClr val="F7C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33856" y="2487168"/>
            <a:ext cx="28346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7C250"/>
                </a:solidFill>
                <a:latin typeface="Aptos Display"/>
              </a:defRPr>
            </a:pPr>
            <a:r>
              <a:t>Scanner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2496312"/>
            <a:ext cx="740664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1F5FA"/>
                </a:solidFill>
                <a:latin typeface="Aptos Display"/>
              </a:defRPr>
            </a:pPr>
            <a:r>
              <a:t>Read the seat choice from the keyboard.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538728"/>
            <a:ext cx="10835640" cy="969264"/>
          </a:xfrm>
          <a:prstGeom prst="roundRect">
            <a:avLst/>
          </a:prstGeom>
          <a:solidFill>
            <a:srgbClr val="1B2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50392" y="3721608"/>
            <a:ext cx="64008" cy="576072"/>
          </a:xfrm>
          <a:prstGeom prst="rect">
            <a:avLst/>
          </a:prstGeom>
          <a:solidFill>
            <a:srgbClr val="F7C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33856" y="3648456"/>
            <a:ext cx="28346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7C250"/>
                </a:solidFill>
                <a:latin typeface="Aptos Display"/>
              </a:defRPr>
            </a:pPr>
            <a:r>
              <a:t>String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3657600"/>
            <a:ext cx="740664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1F5FA"/>
                </a:solidFill>
                <a:latin typeface="Aptos Display"/>
              </a:defRPr>
            </a:pPr>
            <a:r>
              <a:t>Store and display movie or customer names.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700016"/>
            <a:ext cx="10835640" cy="969264"/>
          </a:xfrm>
          <a:prstGeom prst="roundRect">
            <a:avLst/>
          </a:prstGeom>
          <a:solidFill>
            <a:srgbClr val="1B2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50392" y="4882896"/>
            <a:ext cx="64008" cy="576072"/>
          </a:xfrm>
          <a:prstGeom prst="rect">
            <a:avLst/>
          </a:prstGeom>
          <a:solidFill>
            <a:srgbClr val="F7C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33856" y="4809744"/>
            <a:ext cx="28346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7C250"/>
                </a:solidFill>
                <a:latin typeface="Aptos Display"/>
              </a:defRPr>
            </a:pPr>
            <a:r>
              <a:t>Validation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4818888"/>
            <a:ext cx="740664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1F5FA"/>
                </a:solidFill>
                <a:latin typeface="Aptos Display"/>
              </a:defRPr>
            </a:pPr>
            <a:r>
              <a:t>Reject invalid seat numbers and repeat bookings.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373368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A3B0C7"/>
                </a:solidFill>
                <a:latin typeface="Aptos Display"/>
              </a:defRPr>
            </a:pPr>
            <a:r>
              <a:t>JAVA MINI PROJECT  •  CINEMA BOOKING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438912"/>
            <a:ext cx="118872" cy="438912"/>
          </a:xfrm>
          <a:prstGeom prst="roundRect">
            <a:avLst/>
          </a:prstGeom>
          <a:solidFill>
            <a:srgbClr val="F7C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7C250"/>
                </a:solidFill>
                <a:latin typeface="Aptos Display"/>
              </a:defRPr>
            </a:pPr>
            <a:r>
              <a:t>CINEMA SEAT BOOKING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 Display"/>
              </a:defRPr>
            </a:pPr>
            <a:r>
              <a:t>CO6 • INTEGRATION &amp;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71907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BAC7DB"/>
                </a:solidFill>
                <a:latin typeface="Aptos Display"/>
              </a:defRPr>
            </a:pPr>
            <a:r>
              <a:t>Complete Booking Workflow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377440"/>
            <a:ext cx="10835640" cy="969264"/>
          </a:xfrm>
          <a:prstGeom prst="roundRect">
            <a:avLst/>
          </a:prstGeom>
          <a:solidFill>
            <a:srgbClr val="1B2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50392" y="2560320"/>
            <a:ext cx="64008" cy="576072"/>
          </a:xfrm>
          <a:prstGeom prst="rect">
            <a:avLst/>
          </a:prstGeom>
          <a:solidFill>
            <a:srgbClr val="F7C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33856" y="2487168"/>
            <a:ext cx="28346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7C250"/>
                </a:solidFill>
                <a:latin typeface="Aptos Display"/>
              </a:defRPr>
            </a:pPr>
            <a:r>
              <a:t>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2496312"/>
            <a:ext cx="740664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1F5FA"/>
                </a:solidFill>
                <a:latin typeface="Aptos Display"/>
              </a:defRPr>
            </a:pPr>
            <a:r>
              <a:t>Display seats → choose seat → validate → confirm.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538728"/>
            <a:ext cx="10835640" cy="969264"/>
          </a:xfrm>
          <a:prstGeom prst="roundRect">
            <a:avLst/>
          </a:prstGeom>
          <a:solidFill>
            <a:srgbClr val="1B2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50392" y="3721608"/>
            <a:ext cx="64008" cy="576072"/>
          </a:xfrm>
          <a:prstGeom prst="rect">
            <a:avLst/>
          </a:prstGeom>
          <a:solidFill>
            <a:srgbClr val="F7C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33856" y="3648456"/>
            <a:ext cx="28346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7C250"/>
                </a:solidFill>
                <a:latin typeface="Aptos Display"/>
              </a:defRPr>
            </a:pPr>
            <a:r>
              <a:t>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3657600"/>
            <a:ext cx="740664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1F5FA"/>
                </a:solidFill>
                <a:latin typeface="Aptos Display"/>
              </a:defRPr>
            </a:pPr>
            <a:r>
              <a:t>Show updated seats and booking confirmation.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700016"/>
            <a:ext cx="10835640" cy="969264"/>
          </a:xfrm>
          <a:prstGeom prst="roundRect">
            <a:avLst/>
          </a:prstGeom>
          <a:solidFill>
            <a:srgbClr val="1B2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50392" y="4882896"/>
            <a:ext cx="64008" cy="576072"/>
          </a:xfrm>
          <a:prstGeom prst="rect">
            <a:avLst/>
          </a:prstGeom>
          <a:solidFill>
            <a:srgbClr val="F7C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33856" y="4809744"/>
            <a:ext cx="28346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7C250"/>
                </a:solidFill>
                <a:latin typeface="Aptos Display"/>
              </a:defRPr>
            </a:pPr>
            <a:r>
              <a:t>Testing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4818888"/>
            <a:ext cx="740664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1F5FA"/>
                </a:solidFill>
                <a:latin typeface="Aptos Display"/>
              </a:defRPr>
            </a:pPr>
            <a:r>
              <a:t>Check available, occupied and invalid seat cases.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373368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A3B0C7"/>
                </a:solidFill>
                <a:latin typeface="Aptos Display"/>
              </a:defRPr>
            </a:pPr>
            <a:r>
              <a:t>JAVA MINI PROJECT  •  CINEMA BOOKING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D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FFC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C234"/>
                </a:solidFill>
                <a:latin typeface="Aptos Display"/>
              </a:defRPr>
            </a:pPr>
            <a:r>
              <a:t>GEO-TAG PHOTO &amp; GITHUB LINK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0DCFF"/>
                </a:solidFill>
                <a:latin typeface="Aptos"/>
              </a:defRPr>
            </a:pPr>
            <a:r>
              <a:t>CINEMA SEAT BOOKING SYSTEM  •  JAVA MINI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00200"/>
            <a:ext cx="5349240" cy="4434840"/>
          </a:xfrm>
          <a:prstGeom prst="roundRect">
            <a:avLst/>
          </a:prstGeom>
          <a:solidFill>
            <a:srgbClr val="051937"/>
          </a:solidFill>
          <a:ln w="25400"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01368"/>
            <a:ext cx="4892040" cy="530352"/>
          </a:xfrm>
          <a:prstGeom prst="round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30D23"/>
                </a:solidFill>
                <a:latin typeface="Aptos Display"/>
              </a:defRPr>
            </a:pPr>
            <a:r>
              <a:t>GEO-TAGGED PROJECT PHOTO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5352" y="1600200"/>
            <a:ext cx="5349240" cy="4434840"/>
          </a:xfrm>
          <a:prstGeom prst="roundRect">
            <a:avLst/>
          </a:prstGeom>
          <a:solidFill>
            <a:srgbClr val="051937"/>
          </a:solidFill>
          <a:ln w="25400">
            <a:solidFill>
              <a:srgbClr val="FF37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73952" y="1801368"/>
            <a:ext cx="4892040" cy="530352"/>
          </a:xfrm>
          <a:prstGeom prst="roundRect">
            <a:avLst/>
          </a:prstGeom>
          <a:solidFill>
            <a:srgbClr val="FF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30D23"/>
                </a:solidFill>
                <a:latin typeface="Aptos Display"/>
              </a:defRPr>
            </a:pPr>
            <a:r>
              <a:t>GITHUB REPOSITORY</a:t>
            </a:r>
          </a:p>
        </p:txBody>
      </p:sp>
      <p:sp>
        <p:nvSpPr>
          <p:cNvPr id="9" name="Rectangle 8"/>
          <p:cNvSpPr/>
          <p:nvPr/>
        </p:nvSpPr>
        <p:spPr>
          <a:xfrm>
            <a:off x="1024128" y="2606040"/>
            <a:ext cx="4480560" cy="2468880"/>
          </a:xfrm>
          <a:prstGeom prst="rect">
            <a:avLst/>
          </a:prstGeom>
          <a:solidFill>
            <a:srgbClr val="082444"/>
          </a:solidFill>
          <a:ln w="19050">
            <a:solidFill>
              <a:srgbClr val="FFC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F5F9FF"/>
                </a:solidFill>
                <a:latin typeface="Aptos"/>
              </a:defRPr>
            </a:pPr>
            <a:r>
              <a:t>INSERT GEO-TAGGED PHOTO HERE</a:t>
            </a:r>
          </a:p>
          <a:p>
            <a:pPr algn="ctr">
              <a:defRPr sz="1100">
                <a:solidFill>
                  <a:srgbClr val="AEC6E1"/>
                </a:solidFill>
                <a:latin typeface="Aptos"/>
              </a:defRPr>
            </a:pPr>
            <a:r>
              <a:t>Add a project/team photo with location metadata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5230368"/>
            <a:ext cx="4434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C234"/>
                </a:solidFill>
                <a:latin typeface="Aptos"/>
              </a:defRPr>
            </a:pPr>
            <a:r>
              <a:t>Geo-tag / location details: add here</a:t>
            </a:r>
          </a:p>
        </p:txBody>
      </p:sp>
      <p:sp>
        <p:nvSpPr>
          <p:cNvPr id="11" name="Oval 10"/>
          <p:cNvSpPr/>
          <p:nvPr/>
        </p:nvSpPr>
        <p:spPr>
          <a:xfrm>
            <a:off x="7909560" y="2423160"/>
            <a:ext cx="1920240" cy="1920240"/>
          </a:xfrm>
          <a:prstGeom prst="ellipse">
            <a:avLst/>
          </a:prstGeom>
          <a:solidFill>
            <a:srgbClr val="0E2A4C"/>
          </a:solidFill>
          <a:ln w="25400">
            <a:solidFill>
              <a:srgbClr val="FF37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800" b="1">
                <a:solidFill>
                  <a:srgbClr val="F5F9FF"/>
                </a:solidFill>
                <a:latin typeface="Aptos Display"/>
              </a:defRPr>
            </a:pPr>
            <a:r>
              <a:t>GH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4526280"/>
            <a:ext cx="4572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5F9FF"/>
                </a:solidFill>
                <a:latin typeface="Aptos"/>
              </a:defRPr>
            </a:pPr>
            <a:r>
              <a:t>GitHub Repository URL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29400" y="5074920"/>
            <a:ext cx="4572000" cy="566928"/>
          </a:xfrm>
          <a:prstGeom prst="roundRect">
            <a:avLst/>
          </a:prstGeom>
          <a:solidFill>
            <a:srgbClr val="16223E"/>
          </a:solidFill>
          <a:ln w="19050">
            <a:solidFill>
              <a:srgbClr val="AB6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0DCFF"/>
                </a:solidFill>
                <a:latin typeface="Aptos"/>
              </a:defRPr>
            </a:pPr>
            <a:r>
              <a:t>PASTE YOUR GITHUB LINK HERE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2362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AEC6E1"/>
                </a:solidFill>
                <a:latin typeface="Aptos"/>
              </a:defRPr>
            </a:pPr>
            <a:r>
              <a:t>KLH UNIVERSITY  •  LEARN  |  INNOVATE  |  TRANSFORM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EC6E1"/>
                </a:solidFill>
                <a:latin typeface="Aptos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303</Words>
  <Application>Microsoft Office PowerPoint</Application>
  <PresentationFormat>Widescreen</PresentationFormat>
  <Paragraphs>60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Ruchitha</dc:creator>
  <cp:keywords/>
  <dc:description>generated using python-pptx</dc:description>
  <cp:lastModifiedBy>samalaruchitha6@outlook.com</cp:lastModifiedBy>
  <cp:revision>2</cp:revision>
  <dcterms:created xsi:type="dcterms:W3CDTF">2013-01-27T09:14:16Z</dcterms:created>
  <dcterms:modified xsi:type="dcterms:W3CDTF">2026-10-15T15:41:49Z</dcterms:modified>
  <cp:category/>
</cp:coreProperties>
</file>